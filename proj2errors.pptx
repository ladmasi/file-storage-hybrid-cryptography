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2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A413-0165-752C-FCD1-35B61FA3E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D3880-CB3D-AEFC-D048-E1EC96DF1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55C4A-F75B-9B35-4EAE-C4929218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6F4C-E5AC-F79A-9651-67D3AB1C8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B3BA-F2F0-63B1-934A-7D58F0FF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68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FC40-63C3-C851-C8ED-20413BDE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A198-D9F8-CF62-DE60-C1CBEC308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3ACA0-F8E8-6CAE-0081-FACB3A2E9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B9000-56B3-D0F9-A1C1-11B616E87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8BDB6-6470-4B59-96B8-2F219300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A02F-6754-0C3B-DB9A-7275F498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DD530-B0CF-10DB-22CA-6E97128FC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0EFA7-2A08-AB5C-0CB3-876E6B39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C81CE-8FA5-D8F9-74E9-12E9597E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49984-4E9F-E1A3-674D-D7473DDD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38B0-8817-7112-FFB2-24F34C19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D5753-B33D-6D35-DAFC-EDF842B2C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40849-F91F-F3C6-8358-49C40BDDB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676AA-DB22-4028-E9CC-A7E38329B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15578-3202-5F99-A50C-0E669FCE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94ACB-6E69-A97D-DD25-7354E022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C04F-E894-B2B8-2E34-D8937B8C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5006D-21B1-EEB9-EF29-773F009C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DCED8-800C-F7A6-2D63-30AC76FA9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D9E99-A766-C8E9-4C03-6DE582486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EA219A-2BFF-A138-4541-C7FEF3318D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4CE5CB-7834-64F1-74B7-BF5AC65A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90B27-2D57-109F-266F-03F399F9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CA79B-3092-72F7-334C-C42E529B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1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2ECE-3B3F-E4BE-D66E-366983B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352676-EADA-940C-6190-3500ED0E6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6203B-A767-7E94-5B30-1CDA1D24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21C11-8506-47FC-A6ED-C7690142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7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FE1A1-B954-4769-E643-BB365CE4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E58C0-CD89-5B1B-B8CB-956B007EB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F1BA4-19AD-687A-93B5-C1D7D883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0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7F54-5C6F-1624-F3C7-7EAEC9523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ED5BA-5B05-5DAB-89FD-DEE5A12CE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86EAE-FDBE-B851-A4D5-00FDCF666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F1059-83B9-887E-C7FC-2F75057A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79E39-2293-23BE-AF9F-CD7E4A522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B5FE9-6CE0-2126-345B-4807A980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0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C89D-8527-EAA7-A495-5D227995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9DB4D-4351-C51A-A3E3-D1F3EF0E4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5A978-1BAC-9876-0879-8572F086F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EB727-B7FE-6431-D23A-D3941188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A3D70-7C46-8902-11C7-31EE3207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B2AB7-C42C-575C-591D-4538ED75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3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BB4DE-D8F8-3861-2491-309745AB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B1C95-BB39-9ADA-C7CA-78F773273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C672F-2E1A-5231-22E3-C6B34F7CB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9E276-C6C3-6771-DC12-DF8D7154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71025-C6F6-1625-740F-8A872BB7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4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D8137-FA5A-0943-41BF-E0B45C5A6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D9DDA-D92D-944A-64D6-EDA3D98C6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D0836-F333-0011-2E9C-BCF66066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979C7-09B2-D649-C3CD-2A11A4E4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5D3EE-535D-4959-D82F-8AA0237E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3790C8-E0A7-4A30-A605-83EEA14EF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664A-A33E-4705-9494-5E9142F1B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FF58F-D59E-63B7-1B8D-1499E5549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D5223-B43C-4DEB-A63F-8095487FB9B9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C8DA0-481F-063E-FB38-065A90E72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173B8-8E90-66AA-00E3-7B12A1174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7E7DE-6F2F-4331-9702-A85CC2D14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4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12D4B3-5583-1661-E10D-392E1FDB5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51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A071F-1439-BFDE-0569-3A81EA58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5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MANASI LAD</dc:creator>
  <cp:lastModifiedBy>MANASI LAD</cp:lastModifiedBy>
  <cp:revision>1</cp:revision>
  <dcterms:created xsi:type="dcterms:W3CDTF">2025-03-31T16:59:53Z</dcterms:created>
  <dcterms:modified xsi:type="dcterms:W3CDTF">2025-03-31T17:00:13Z</dcterms:modified>
</cp:coreProperties>
</file>